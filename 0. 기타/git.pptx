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7" autoAdjust="0"/>
    <p:restoredTop sz="94660"/>
  </p:normalViewPr>
  <p:slideViewPr>
    <p:cSldViewPr snapToGrid="0">
      <p:cViewPr varScale="1">
        <p:scale>
          <a:sx n="62" d="100"/>
          <a:sy n="62" d="100"/>
        </p:scale>
        <p:origin x="44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496ABC-C6EA-6764-85F7-8AEEEA4F8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EFF45DC-03C6-6A08-5B28-100BA7839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C1EFED-9BEA-918A-E138-643E581C7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E7EE-5018-4268-8F75-5A1E05097EB2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278CFC-D525-04F6-678C-A4DCD8E8F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A90C4A-FC40-CF21-6931-F8C979D2C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44AC-C6A7-46F3-9039-B18E0893C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75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E60453-0F3F-43D1-CD38-1978613B4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336CF3-29C6-B2A2-93EB-9E02CDB7F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D8F13B-F952-0022-3968-B04204757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E7EE-5018-4268-8F75-5A1E05097EB2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BEFF0D-F60A-2A17-C9F7-E1052DFF8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CA8811-ADC1-2927-0AA7-8C91AA6A2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44AC-C6A7-46F3-9039-B18E0893C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814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B0B32-7463-8464-CA75-E37C39292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2DD346-0527-2DB2-7553-A0170DB7F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2125FA-12AA-7C6F-6972-4ABA18C48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E7EE-5018-4268-8F75-5A1E05097EB2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C629B8-CF3A-5075-CDF4-42E45AF66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0AA1B2-C6F5-C529-D7F9-BB1A76BD1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44AC-C6A7-46F3-9039-B18E0893C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054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7E94BD-C453-3FE6-E065-23B301B35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CEF5A6-0D2E-824D-719C-619EAB8AF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35A087-78B0-48D8-4951-EA857B52B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BC680B-D504-8C76-054F-8556D5C04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E7EE-5018-4268-8F75-5A1E05097EB2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CF9029-819D-A81B-981C-6CAAC5378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2D3209-D6FC-F005-4C09-F608870F9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44AC-C6A7-46F3-9039-B18E0893C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6231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710B9A-FF9B-27E3-E89C-049CDC94F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9B4D12-5512-01E5-E197-1767E876C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2CD12F-AA64-0FA8-40AA-DAF51A541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EB9E43-BAC5-7DB6-696B-F1C240BFA8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4D433D-07EA-6EC8-C01B-3B132B79DA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3C1DEC-83B7-4060-E94B-A870B2C62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E7EE-5018-4268-8F75-5A1E05097EB2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89BAF39-88F3-C015-0F06-4F90227C7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B776342-C96B-C15C-AA02-E07E230E9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44AC-C6A7-46F3-9039-B18E0893C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34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F4DA9A-D36A-4B7D-82FD-30FB80FC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9DE83DF-0A82-D932-1DF1-29FB8E397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E7EE-5018-4268-8F75-5A1E05097EB2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A838E78-4379-D2F5-5CFF-081E192B9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68E077-DC03-DADB-75B0-DF845CEFA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44AC-C6A7-46F3-9039-B18E0893C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294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6D5BA15-3387-0C40-6595-8AE6CF7AF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E7EE-5018-4268-8F75-5A1E05097EB2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AF7FFEA-670E-E95B-C74F-C1FF26022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9EE5E9-7CDD-6EA2-3FAD-BD45A84E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44AC-C6A7-46F3-9039-B18E0893C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834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276597-EACA-B109-4E1A-ABE9E0DFB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316864-5EDB-FC38-9FAC-9187C6010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461D9E-967D-15C1-85DD-0FF8DB09C3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F52A22-F7CF-0D10-F0FF-3780F39C8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E7EE-5018-4268-8F75-5A1E05097EB2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D31C33-A5C3-1B19-74FC-BC95FE427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8075E29-473F-649D-8864-B32145788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44AC-C6A7-46F3-9039-B18E0893C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338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1E2079-DD7B-1CE7-2F83-435863763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BE0BB63-9765-15A7-E96B-F702CF2CF0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01D697-B964-166C-EF78-A6A558CA7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714A7B-67E8-E5BC-488F-6ED8FC953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E7EE-5018-4268-8F75-5A1E05097EB2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DDAB1E-243F-28A4-289C-D8772457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8387BD-EABD-DE84-B536-1EA07778F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44AC-C6A7-46F3-9039-B18E0893C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010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B0E439-F4A3-F58B-81E7-1030C486C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591122-7C90-498B-A41D-4B37051F80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C1A4FB-D36F-DF75-F1B9-4F9CA8689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E7EE-5018-4268-8F75-5A1E05097EB2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A72DB8-61CB-1B1C-AD63-D5A39F161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737380-110E-D897-C620-D5B640ED9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44AC-C6A7-46F3-9039-B18E0893C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265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0AA00CA-8787-E01B-6832-CEC7333DAD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1AEE25-3C6C-D02B-7B4A-71A9EF9F1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11CD6D-7A8E-3F08-ED6C-52F932C6E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5E7EE-5018-4268-8F75-5A1E05097EB2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8AF77B-0AE7-07FE-E243-977A06055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C49EAF-821A-6541-A87C-6CFF7CD07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F844AC-C6A7-46F3-9039-B18E0893C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439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4A5A2A0-7578-8ACC-E45B-C65693AD3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1C0D71-4E6A-0D5D-D360-C0316F62C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A2C8DB-E449-5878-864C-BFE784333B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5E7EE-5018-4268-8F75-5A1E05097EB2}" type="datetimeFigureOut">
              <a:rPr lang="ko-KR" altLang="en-US" smtClean="0"/>
              <a:t>2025-11-08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C2FC7-6364-177C-767C-49F05D4F2C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5C0168-C107-A5EB-1BC1-CF4488A93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F844AC-C6A7-46F3-9039-B18E0893C7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361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22E5E40-2261-9E55-7B20-3A8D1CF68DD7}"/>
              </a:ext>
            </a:extLst>
          </p:cNvPr>
          <p:cNvSpPr/>
          <p:nvPr/>
        </p:nvSpPr>
        <p:spPr>
          <a:xfrm>
            <a:off x="4089115" y="945222"/>
            <a:ext cx="3452116" cy="12842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Github</a:t>
            </a:r>
            <a:endParaRPr lang="en-US" altLang="ko-KR" dirty="0"/>
          </a:p>
          <a:p>
            <a:pPr algn="ctr"/>
            <a:r>
              <a:rPr lang="ko-KR" altLang="en-US" dirty="0"/>
              <a:t>최종 </a:t>
            </a:r>
            <a:r>
              <a:rPr lang="en-US" altLang="ko-KR" dirty="0"/>
              <a:t>: </a:t>
            </a:r>
            <a:r>
              <a:rPr lang="ko-KR" altLang="en-US" dirty="0"/>
              <a:t>학교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09438B1-55C8-BD54-03E0-AFFB891EA005}"/>
              </a:ext>
            </a:extLst>
          </p:cNvPr>
          <p:cNvSpPr/>
          <p:nvPr/>
        </p:nvSpPr>
        <p:spPr>
          <a:xfrm>
            <a:off x="1005155" y="4231240"/>
            <a:ext cx="3452116" cy="12842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집컴퓨터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E5E78C-2D6A-9F01-78A7-174E3F0B082E}"/>
              </a:ext>
            </a:extLst>
          </p:cNvPr>
          <p:cNvSpPr/>
          <p:nvPr/>
        </p:nvSpPr>
        <p:spPr>
          <a:xfrm>
            <a:off x="7866580" y="4231240"/>
            <a:ext cx="3452116" cy="12842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학교</a:t>
            </a:r>
            <a:r>
              <a:rPr lang="en-US" altLang="ko-KR" dirty="0"/>
              <a:t>/</a:t>
            </a:r>
            <a:r>
              <a:rPr lang="ko-KR" altLang="en-US" dirty="0"/>
              <a:t>학원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1E8071B-84EA-3CB6-7EB2-B19D94D08CC6}"/>
              </a:ext>
            </a:extLst>
          </p:cNvPr>
          <p:cNvCxnSpPr>
            <a:stCxn id="6" idx="0"/>
            <a:endCxn id="4" idx="2"/>
          </p:cNvCxnSpPr>
          <p:nvPr/>
        </p:nvCxnSpPr>
        <p:spPr>
          <a:xfrm flipH="1" flipV="1">
            <a:off x="5815173" y="2229492"/>
            <a:ext cx="3777465" cy="2001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EC2CB0B-F151-9129-3961-FCB1F1F1540E}"/>
              </a:ext>
            </a:extLst>
          </p:cNvPr>
          <p:cNvCxnSpPr/>
          <p:nvPr/>
        </p:nvCxnSpPr>
        <p:spPr>
          <a:xfrm flipH="1" flipV="1">
            <a:off x="6791218" y="2229492"/>
            <a:ext cx="3777465" cy="2001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D8B4D0BA-3C8E-CCA0-BAF8-9B471754A2B4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2731213" y="2229492"/>
            <a:ext cx="3083960" cy="20017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50EA95D-F262-6769-E5BA-9A8238F94E3B}"/>
              </a:ext>
            </a:extLst>
          </p:cNvPr>
          <p:cNvSpPr txBox="1"/>
          <p:nvPr/>
        </p:nvSpPr>
        <p:spPr>
          <a:xfrm>
            <a:off x="4621510" y="3869614"/>
            <a:ext cx="56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pull</a:t>
            </a:r>
            <a:endParaRPr lang="ko-KR" altLang="en-US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93A27E26-5DD6-729E-74A8-DE8AD2D76323}"/>
              </a:ext>
            </a:extLst>
          </p:cNvPr>
          <p:cNvCxnSpPr/>
          <p:nvPr/>
        </p:nvCxnSpPr>
        <p:spPr>
          <a:xfrm flipV="1">
            <a:off x="1982912" y="1910993"/>
            <a:ext cx="1941816" cy="23202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24B23DA2-9987-AA59-6BB9-1B2554A2F743}"/>
              </a:ext>
            </a:extLst>
          </p:cNvPr>
          <p:cNvCxnSpPr>
            <a:stCxn id="4" idx="3"/>
          </p:cNvCxnSpPr>
          <p:nvPr/>
        </p:nvCxnSpPr>
        <p:spPr>
          <a:xfrm>
            <a:off x="7541231" y="1587357"/>
            <a:ext cx="3493214" cy="2643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91322FD-336A-B062-6B99-43F545403F4B}"/>
              </a:ext>
            </a:extLst>
          </p:cNvPr>
          <p:cNvSpPr txBox="1"/>
          <p:nvPr/>
        </p:nvSpPr>
        <p:spPr>
          <a:xfrm>
            <a:off x="8848524" y="2044826"/>
            <a:ext cx="1938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Pull(</a:t>
            </a:r>
            <a:r>
              <a:rPr lang="ko-KR" altLang="en-US" dirty="0"/>
              <a:t>작업하기 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93672-3CC1-CF1D-C7EA-D555B757615A}"/>
              </a:ext>
            </a:extLst>
          </p:cNvPr>
          <p:cNvSpPr txBox="1"/>
          <p:nvPr/>
        </p:nvSpPr>
        <p:spPr>
          <a:xfrm>
            <a:off x="8848523" y="582287"/>
            <a:ext cx="29177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올린 이력이 있으면 </a:t>
            </a:r>
            <a:r>
              <a:rPr lang="en-US" altLang="ko-KR" dirty="0"/>
              <a:t>Pull</a:t>
            </a:r>
          </a:p>
          <a:p>
            <a:r>
              <a:rPr lang="ko-KR" altLang="en-US" dirty="0"/>
              <a:t>올린 이력이 없으면 </a:t>
            </a:r>
            <a:r>
              <a:rPr lang="en-US" altLang="ko-KR" dirty="0"/>
              <a:t>clone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162786-0AD9-7950-4A4D-3966ABF1EE68}"/>
              </a:ext>
            </a:extLst>
          </p:cNvPr>
          <p:cNvSpPr txBox="1"/>
          <p:nvPr/>
        </p:nvSpPr>
        <p:spPr>
          <a:xfrm>
            <a:off x="4182725" y="3481496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Clone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FCECB3-B203-7E25-1609-C7891FA6E005}"/>
              </a:ext>
            </a:extLst>
          </p:cNvPr>
          <p:cNvSpPr txBox="1"/>
          <p:nvPr/>
        </p:nvSpPr>
        <p:spPr>
          <a:xfrm>
            <a:off x="1982912" y="264703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Push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2290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와이드스크린</PresentationFormat>
  <Paragraphs>10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영윤 김</dc:creator>
  <cp:lastModifiedBy>영윤 김</cp:lastModifiedBy>
  <cp:revision>1</cp:revision>
  <dcterms:created xsi:type="dcterms:W3CDTF">2025-11-08T09:08:02Z</dcterms:created>
  <dcterms:modified xsi:type="dcterms:W3CDTF">2025-11-08T09:08:15Z</dcterms:modified>
</cp:coreProperties>
</file>