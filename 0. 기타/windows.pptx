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229A1-E760-066D-7104-E52FB2451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B2E0EA-B289-FB90-D35A-FACCC750F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48B171-6AD5-C08F-6C70-BC720BF7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3ECC34-EE75-BB29-D80E-F546817E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4B738C-03A2-45E4-5AF2-89E1B01B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59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F7399-7FEA-F1B9-5CE1-6A5BCB93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B786C-82A6-B6FE-6C17-883A2ADF0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66F00-6E39-23B6-31BF-BD71A3C0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2F544-5B3E-C976-1BD4-AEB25E2A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3A0BD-C210-D097-7B07-EA1D14B0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08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786FA-5573-3C3F-C46C-0E1EE9F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2A000-09B4-D693-6B15-36DB2A43E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417B44-910C-50B9-FCBD-A30FD3DF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C179C-0D56-E947-34F7-67C67144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CF8458-0CFE-C8A8-DCD1-6295BC4C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32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38B44-D345-7AEC-8A8B-5A03D9D4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F3D616-8F56-6B0A-06A4-9546A63E5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12ABCA-B3A4-D5C5-3336-93F84EA1E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BF8DB8-9F48-2F02-581E-EE222EFD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DFFA5-9C1C-5773-CAAA-A6C2B40F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4107F0-73AD-A561-9361-0D9C7C4F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36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272FA-AA78-E25C-4A06-B499923F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3DA9A0-CFA1-F64A-442B-A9F08D1DD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263236-C2BA-445A-7EA3-AEF0D76DB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049DFE-58B5-D7A4-863A-97D56BB1E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4AF311-9AB9-00B1-308A-6FC1FD492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64218B-E1EF-B619-1EAF-361A8B79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C715D7-D924-E907-7D16-3054DC64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B526C2-184E-688C-CA8C-BE6A8D1D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2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429A2-2232-90C1-91BA-C5BAEC4F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5E1D5A-D8AF-9D44-4DB1-E1DD9581C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12217B-8AAB-99EA-8694-B21A9B40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B1DC0C-8E22-09F7-58EB-83F8F1B5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042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431E4D-5DB6-AB51-EC77-E7D79FA0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1E4FFE-A07E-7BB5-1637-E7A0DAF2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FDB95-9747-8557-BEDC-FE43186B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63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6FB00-18D4-639E-10EB-9CC1FEAE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BA33C-8E45-EF86-4139-B97663BC5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26BE9F-186F-4F13-A551-E9341F317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8D6F9C-45FA-70D5-43EF-8BC4CF78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2003CE-020B-E336-5DE9-AF11CED6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8F03A3-8AC2-DEBE-F571-873DDE00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27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850A1-9C31-7293-695F-1AEA86D9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BADEFF-6023-516E-CF47-AFA637306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B18264-7B4F-6A82-9F04-521699BFC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33EC8F-5A72-DE68-C8C3-CCBA2014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63E174-37BE-1D5F-8F21-A23DE194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178A3-C9D2-0021-657D-CC300BD8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6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5028C-2B22-6228-3F64-59E06462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85E12-1534-92A5-15C1-748F5B648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E4F493-5AD8-98D9-2433-7988BE63F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2B6FB-C50F-20BC-8CE0-E657565B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20461B-4422-45EE-4DB6-56C55FAE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42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22764D-7BA6-7C90-2DB6-07C07EF35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5187F2-6E78-BDDE-1FAC-5CB81064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5C3063-1DB9-7953-74AD-2BA6AFEB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E5A67A-F021-D7FC-216B-46F97CA6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082A1-3313-719F-C570-1C711BA4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636C1E-A8BE-4A24-24BF-9A2CA93A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305B90-E316-412C-802B-84646B6F6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46764-8DE8-82A0-A618-9BED94A6E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9556A-FB60-4C8A-A017-6E52DE1580C5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B8DE9-3975-3802-B3F5-E133C42F6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1D90C-4DDC-12E3-77DD-80083751A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EF177-1215-484D-BB5F-679B4072C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2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6F2D250-E4DC-77CF-58EB-38EF17ABD25E}"/>
              </a:ext>
            </a:extLst>
          </p:cNvPr>
          <p:cNvSpPr/>
          <p:nvPr/>
        </p:nvSpPr>
        <p:spPr>
          <a:xfrm>
            <a:off x="1155032" y="625642"/>
            <a:ext cx="9448800" cy="516021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5C259B-988D-5652-7C4A-CC2E30A27468}"/>
              </a:ext>
            </a:extLst>
          </p:cNvPr>
          <p:cNvSpPr/>
          <p:nvPr/>
        </p:nvSpPr>
        <p:spPr>
          <a:xfrm>
            <a:off x="1307432" y="778043"/>
            <a:ext cx="9119936" cy="7833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Title bar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D539EB-C1D4-A234-614B-24DA28E9F34C}"/>
              </a:ext>
            </a:extLst>
          </p:cNvPr>
          <p:cNvSpPr/>
          <p:nvPr/>
        </p:nvSpPr>
        <p:spPr>
          <a:xfrm>
            <a:off x="1319464" y="4922255"/>
            <a:ext cx="9119936" cy="78339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Status bar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8C06BB-0B10-DD01-304E-E4DBB2412FC2}"/>
              </a:ext>
            </a:extLst>
          </p:cNvPr>
          <p:cNvSpPr/>
          <p:nvPr/>
        </p:nvSpPr>
        <p:spPr>
          <a:xfrm>
            <a:off x="1319464" y="2096169"/>
            <a:ext cx="9119936" cy="274587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 area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985635-8B22-43A9-7CE8-E3BF8460BDB9}"/>
              </a:ext>
            </a:extLst>
          </p:cNvPr>
          <p:cNvSpPr/>
          <p:nvPr/>
        </p:nvSpPr>
        <p:spPr>
          <a:xfrm>
            <a:off x="1319464" y="1622931"/>
            <a:ext cx="9119936" cy="4117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Menu bar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84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영윤 김</dc:creator>
  <cp:lastModifiedBy>영윤 김</cp:lastModifiedBy>
  <cp:revision>1</cp:revision>
  <dcterms:created xsi:type="dcterms:W3CDTF">2025-11-15T12:36:29Z</dcterms:created>
  <dcterms:modified xsi:type="dcterms:W3CDTF">2025-11-15T12:37:20Z</dcterms:modified>
</cp:coreProperties>
</file>