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7" autoAdjust="0"/>
    <p:restoredTop sz="94660"/>
  </p:normalViewPr>
  <p:slideViewPr>
    <p:cSldViewPr snapToGrid="0">
      <p:cViewPr varScale="1">
        <p:scale>
          <a:sx n="62" d="100"/>
          <a:sy n="62" d="100"/>
        </p:scale>
        <p:origin x="44" y="1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105CF7-7B54-17D8-DE4A-40C7AAF48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A0D4217-8671-D857-DF60-4C49E8D440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3551AE-69DF-B642-FBF7-2CC833E1D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67752-0949-415E-8873-95B9D963FFC2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1A0121-4158-85D4-B24C-6553FCB89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746C1-539D-2480-717D-B19F79B5F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16F86-1CB0-4BEE-9F06-EA722F8D26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5593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102FF4-3D05-2B9F-39E7-C555FF7C7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0A781B-C3D0-68C4-24B1-7B74E82A1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AB83E1-4DFC-E00F-8290-D8D3CB7C0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67752-0949-415E-8873-95B9D963FFC2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2252C7-70DC-A6AE-5C1F-898943568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8692BE-3ABC-8F1E-522E-91CF39920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16F86-1CB0-4BEE-9F06-EA722F8D26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8986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99E90A-E13C-B898-6E3B-C5740DBB2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95F65F-01CE-C516-FAD8-D63878927D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342945-64E1-7828-519E-3AAE98487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67752-0949-415E-8873-95B9D963FFC2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2482BC-906F-1DDD-73F2-6DCB345FD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446500-B4E4-B3BE-C164-A8232265D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16F86-1CB0-4BEE-9F06-EA722F8D26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092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449637-3C8D-EA13-8CB1-75A35EBA0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5399CF-FB00-9561-A2F2-AD4C8A184B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06F4FB8-8F60-359F-3230-BAD6DE5995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30B50AC-7095-E5B2-EB44-D3107ECC4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67752-0949-415E-8873-95B9D963FFC2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E13407D-6025-29C9-88FE-7DF05A667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F79DCC-3FC3-A90A-9B4F-AC42E70CF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16F86-1CB0-4BEE-9F06-EA722F8D26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5147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748949-5BBE-5BB9-DF8B-A55637811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DCACFA0-8C7F-7EF2-6064-E8C0508A1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3C011D2-4BD3-B0DB-DB6E-BBD46E3CCA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144439-C2A9-1F05-3164-4F7645238E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BA808CE-C18C-BE8E-D0F1-A91B32E8C4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4DB2023-2547-5111-9CFA-CE9F6C31F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67752-0949-415E-8873-95B9D963FFC2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AA5172D-3951-A291-8020-CFBA4D31E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390F4EC-199F-3F42-8616-F533FC381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16F86-1CB0-4BEE-9F06-EA722F8D26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1917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F11A2E-D3B1-1D8D-4613-0D1C2ED40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EA1C461-5378-F122-2CCE-7DACC7CB9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67752-0949-415E-8873-95B9D963FFC2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68B05D1-5E2E-1335-06C4-51555FB09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12BFF81-3804-C819-269B-DFC1AFD9C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16F86-1CB0-4BEE-9F06-EA722F8D26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8272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AF15BBF-3647-3E82-7D51-127D5B7CB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67752-0949-415E-8873-95B9D963FFC2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92BDCAC-2346-6F81-8504-085B65DC8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41FA86-4820-1646-E8BF-0D35CC7CF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16F86-1CB0-4BEE-9F06-EA722F8D26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8776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3188E1-551B-2380-ED40-CA71EAC84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7CA7B7-05EB-52E7-309B-2B13CB9283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61F0E9-6A92-6AE9-C3EC-0216F8E95E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44F46BE-DF69-80D4-4BBE-01F767139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67752-0949-415E-8873-95B9D963FFC2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4569873-E5F6-5BF5-02CE-F1746D309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1953CB-97EA-42E9-325B-6375029F0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16F86-1CB0-4BEE-9F06-EA722F8D26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0895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1A3D2D-DE71-B047-5E0A-672D22E94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5DFA76C-B6DD-7340-D6EB-5608FDDF04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D7EF66-C65B-E0A6-7BA5-B2F0244610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1C7D5F-8E7A-BD67-5E8B-AB478A805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67752-0949-415E-8873-95B9D963FFC2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695F4DA-38D5-FFB7-450F-FDBA0819F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595CFC-83D3-A1B3-5A99-4B9A68C3C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16F86-1CB0-4BEE-9F06-EA722F8D26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987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44D974-AC19-FA4F-8AA4-E9E81A21E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1D9BE61-D1F4-F993-33B3-F98E843F33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BDCCF4-3DF2-D1A3-9714-A20E8F808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67752-0949-415E-8873-95B9D963FFC2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8591E2-2631-ECB7-DD81-089934B38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652A06-58AE-9D6D-F291-9EB22C721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16F86-1CB0-4BEE-9F06-EA722F8D26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0152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C4A4814-C291-FBCC-23E6-B261655470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1F1F076-657F-1D32-ED4F-58C9ACA76C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CB3B6A-BD71-FFF3-FBCC-355E069F4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67752-0949-415E-8873-95B9D963FFC2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66E050-E158-20B5-5D3B-EB5F19E39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203DEF-1F11-D780-3F9F-4BE08FE19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16F86-1CB0-4BEE-9F06-EA722F8D26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5018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43AA01D-D3AD-0AE2-2738-06441F3D2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1317FD-AEE0-A4B9-EFB6-92FB2D84FF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390579-AAD1-4D76-F186-31BBF51AC3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267752-0949-415E-8873-95B9D963FFC2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B3FADE-D5AE-8288-37C2-6CFEA752A7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63537A-0ACD-D417-3709-054395C7F9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A16F86-1CB0-4BEE-9F06-EA722F8D26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0203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258172F-F071-A023-3289-236A8A22B334}"/>
              </a:ext>
            </a:extLst>
          </p:cNvPr>
          <p:cNvSpPr/>
          <p:nvPr/>
        </p:nvSpPr>
        <p:spPr>
          <a:xfrm>
            <a:off x="922601" y="651971"/>
            <a:ext cx="2930452" cy="7298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425ECAC-BC63-0FF3-A3A1-4C48DDA8A183}"/>
              </a:ext>
            </a:extLst>
          </p:cNvPr>
          <p:cNvSpPr/>
          <p:nvPr/>
        </p:nvSpPr>
        <p:spPr>
          <a:xfrm>
            <a:off x="922601" y="651971"/>
            <a:ext cx="732613" cy="7298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A1F3454-D5C5-ABEA-C2B1-9DDEBBCB2C5B}"/>
              </a:ext>
            </a:extLst>
          </p:cNvPr>
          <p:cNvSpPr/>
          <p:nvPr/>
        </p:nvSpPr>
        <p:spPr>
          <a:xfrm>
            <a:off x="1655214" y="651971"/>
            <a:ext cx="732613" cy="7298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A774D48-B0F8-F247-EBDD-EAC4DCC04E8D}"/>
              </a:ext>
            </a:extLst>
          </p:cNvPr>
          <p:cNvSpPr/>
          <p:nvPr/>
        </p:nvSpPr>
        <p:spPr>
          <a:xfrm>
            <a:off x="2387827" y="651971"/>
            <a:ext cx="732613" cy="7298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998E96A-BA4C-3E68-58B9-3F288242F121}"/>
              </a:ext>
            </a:extLst>
          </p:cNvPr>
          <p:cNvSpPr/>
          <p:nvPr/>
        </p:nvSpPr>
        <p:spPr>
          <a:xfrm>
            <a:off x="3120440" y="656071"/>
            <a:ext cx="732613" cy="7298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374FEF1-70C8-C12C-FD6B-06D95927B9B1}"/>
              </a:ext>
            </a:extLst>
          </p:cNvPr>
          <p:cNvSpPr/>
          <p:nvPr/>
        </p:nvSpPr>
        <p:spPr>
          <a:xfrm>
            <a:off x="922601" y="1831787"/>
            <a:ext cx="3663066" cy="7298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6DA286E-6FB1-558C-6A10-80C7C4A50F85}"/>
              </a:ext>
            </a:extLst>
          </p:cNvPr>
          <p:cNvSpPr/>
          <p:nvPr/>
        </p:nvSpPr>
        <p:spPr>
          <a:xfrm>
            <a:off x="922601" y="1823587"/>
            <a:ext cx="732613" cy="7298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6C89752-509B-5F0A-23B7-08A6C61426CA}"/>
              </a:ext>
            </a:extLst>
          </p:cNvPr>
          <p:cNvSpPr/>
          <p:nvPr/>
        </p:nvSpPr>
        <p:spPr>
          <a:xfrm>
            <a:off x="1655214" y="1823587"/>
            <a:ext cx="732613" cy="7298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69B655D-C950-ACCD-87C9-C547FF2B82BA}"/>
              </a:ext>
            </a:extLst>
          </p:cNvPr>
          <p:cNvSpPr/>
          <p:nvPr/>
        </p:nvSpPr>
        <p:spPr>
          <a:xfrm>
            <a:off x="2387827" y="1823587"/>
            <a:ext cx="732613" cy="7298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1FC477C-1E9B-85C0-F038-AC2A35CCC7CB}"/>
              </a:ext>
            </a:extLst>
          </p:cNvPr>
          <p:cNvSpPr/>
          <p:nvPr/>
        </p:nvSpPr>
        <p:spPr>
          <a:xfrm>
            <a:off x="3120440" y="1827687"/>
            <a:ext cx="732613" cy="7298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A4882F9-1757-AF13-B6F8-69465DA7ACC9}"/>
              </a:ext>
            </a:extLst>
          </p:cNvPr>
          <p:cNvSpPr/>
          <p:nvPr/>
        </p:nvSpPr>
        <p:spPr>
          <a:xfrm>
            <a:off x="3853053" y="1839987"/>
            <a:ext cx="732613" cy="72988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0B343475-23E5-986A-661F-8C6C6E7E30B2}"/>
              </a:ext>
            </a:extLst>
          </p:cNvPr>
          <p:cNvCxnSpPr/>
          <p:nvPr/>
        </p:nvCxnSpPr>
        <p:spPr>
          <a:xfrm flipV="1">
            <a:off x="3853053" y="2569867"/>
            <a:ext cx="0" cy="1469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B6EEAC5-D213-4284-663A-3C406600B167}"/>
              </a:ext>
            </a:extLst>
          </p:cNvPr>
          <p:cNvSpPr/>
          <p:nvPr/>
        </p:nvSpPr>
        <p:spPr>
          <a:xfrm>
            <a:off x="4105046" y="1586919"/>
            <a:ext cx="732613" cy="7298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emp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14830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와이드스크린</PresentationFormat>
  <Paragraphs>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영윤 김</dc:creator>
  <cp:lastModifiedBy>영윤 김</cp:lastModifiedBy>
  <cp:revision>1</cp:revision>
  <dcterms:created xsi:type="dcterms:W3CDTF">2025-11-08T05:54:33Z</dcterms:created>
  <dcterms:modified xsi:type="dcterms:W3CDTF">2025-11-08T05:54:47Z</dcterms:modified>
</cp:coreProperties>
</file>