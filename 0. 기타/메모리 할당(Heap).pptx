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E07A0-F6EE-D6C0-0807-48D498770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72A3D5-6091-AC3B-4F24-7F588BD99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5B0F5-68CE-6A23-BCD7-5BBBE4F9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59500-8584-8A59-416F-DB8BEFCA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1725C7-435D-4783-9182-13DD9FA5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79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E47A5-236A-A92B-9B72-C4155755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4CDC3-36B9-256B-9220-BBC3EE993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7F8B9-7CC0-FDCB-F8BB-39CC335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4AFFC-BCE6-9426-9A9F-5C0E0FEE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95CA4-0E6B-C169-150A-80AAA405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37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06B72-B238-300B-9F7B-D41E6748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68FA82-7B10-969A-FBA6-7A0298E4E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35735B-4A2F-764D-2355-4C873D44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4FC414-52E4-3F03-6263-24C035AD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23F022-1454-ACF2-9407-A14B4769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68AEB-DDCE-0202-7151-70F6B0C1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BA44C-AA95-874D-9977-4BFA5B573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3B8570-E245-75E3-DED3-56000A90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6D6311-A1EB-00A5-25A2-91D77332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FAE5EC-C81F-E018-6A3E-56C5075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1FFF9F-9D4E-4C76-882B-C5A8D351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15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8F19F-DD2B-A8A4-00ED-EE319C53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3A00FE-9D3D-8D09-A38A-BC1D5AC2B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39A4E6-5947-293C-3EAA-56F8E7AE8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5AC280-9D1C-D0E3-1278-55CB09975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D0CAF4-A608-AC48-98A9-CEA7C557F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B5803C-E7B2-E8E9-FC37-20CEA463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D570A6-81AD-65C1-14BB-5A974E70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A2B532-4B2E-B39A-69B8-313379F3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6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6FC0B-08AF-C76F-572B-3C20EF19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697416-485E-3A8C-26CD-8F40C6C4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ED9D3A-AAC7-F10E-D9F7-7D1A856E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EAD93-94C4-2962-B41B-910B759D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29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5A4765-C00B-C955-B892-414EDA64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148E46-5B69-21A9-38F6-85303672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F860D-0A94-1AE8-0A55-220F802A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63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C01ED-70B9-7FF0-A3A7-75F56160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A470E-7023-AE66-C9A9-F49B2490B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BD919B-6DAF-76B0-922F-29A55B2E7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9294E-0CC7-C468-8760-6D94C498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C9840-98DF-4C05-FFE2-DA1543E8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3BCD4C-9D81-3F29-D89D-72C91D6A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4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80F00-303E-22F5-3C40-ECE26811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72DA37-0C95-8A68-4121-2C51BEFF4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3CDE40-32E6-6A27-FA29-F270E0545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11A4E8-147A-82ED-18DD-FB3CCC83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F9B36-144D-006D-CDCE-E7E336D9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A7D9B2-682A-36B4-CB95-FDCE2DFB5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46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1DCB6-603B-D53E-D10C-35165936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B8817B-EDBB-B5A1-A607-546E7BF95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E2E85-EB64-E8B9-9C64-23C01F6F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8A1298-015B-6CCD-84B6-D27F0195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BA5DE-C460-CB10-3B8C-485031F6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18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70D249-2DE0-324B-7D95-E368EFB7F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B2E205-4764-2409-669B-371012D41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0FB5A-464E-0CC9-B2A4-10D1479A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10A14-1F46-A12C-1589-C4497454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B98C42-D3AF-B308-FA84-C580A08D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0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6E0A1E-20EC-A659-0A4D-86BC9D2B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BE868D-33D1-2B9C-6978-5DDB96EEB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631B7-ADAF-FE10-6B12-3E42719FF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4CBE7-874A-4678-935E-B79A14112274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A15A3-86BD-C791-EEE5-5C4C6204B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CAA0F-E469-7A62-0D3D-EB392F61E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98B5-6A3A-4DC6-A514-B858D5E7E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67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87A3AF-679D-CB27-E7E2-87B6A5A801EA}"/>
              </a:ext>
            </a:extLst>
          </p:cNvPr>
          <p:cNvSpPr/>
          <p:nvPr/>
        </p:nvSpPr>
        <p:spPr>
          <a:xfrm>
            <a:off x="2192421" y="1438442"/>
            <a:ext cx="2427705" cy="1796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Stack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지역변수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112E0B-304E-019E-982E-A482114FE04A}"/>
              </a:ext>
            </a:extLst>
          </p:cNvPr>
          <p:cNvSpPr/>
          <p:nvPr/>
        </p:nvSpPr>
        <p:spPr>
          <a:xfrm>
            <a:off x="5144171" y="1438442"/>
            <a:ext cx="2427705" cy="1796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Data(static)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전역변수</a:t>
            </a:r>
            <a:endParaRPr lang="en-US" altLang="ko-KR" dirty="0"/>
          </a:p>
          <a:p>
            <a:pPr algn="ctr"/>
            <a:r>
              <a:rPr lang="en-US" altLang="ko-KR" dirty="0"/>
              <a:t>Static </a:t>
            </a:r>
            <a:r>
              <a:rPr lang="ko-KR" altLang="en-US" dirty="0"/>
              <a:t>변수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6B1029-4C22-C107-CEE4-00A291A25278}"/>
              </a:ext>
            </a:extLst>
          </p:cNvPr>
          <p:cNvSpPr/>
          <p:nvPr/>
        </p:nvSpPr>
        <p:spPr>
          <a:xfrm>
            <a:off x="8582525" y="1438442"/>
            <a:ext cx="2427705" cy="1796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Code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코드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4A05DF-A5D0-2487-7D7A-E34A971E4F90}"/>
              </a:ext>
            </a:extLst>
          </p:cNvPr>
          <p:cNvSpPr/>
          <p:nvPr/>
        </p:nvSpPr>
        <p:spPr>
          <a:xfrm>
            <a:off x="5189619" y="4379495"/>
            <a:ext cx="2427705" cy="17967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Heap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개발자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6A5964-4AF5-48B5-BB19-EE93E2B79C9E}"/>
              </a:ext>
            </a:extLst>
          </p:cNvPr>
          <p:cNvSpPr/>
          <p:nvPr/>
        </p:nvSpPr>
        <p:spPr>
          <a:xfrm>
            <a:off x="1299411" y="791411"/>
            <a:ext cx="10331115" cy="31228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64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영윤 김</dc:creator>
  <cp:lastModifiedBy>영윤 김</cp:lastModifiedBy>
  <cp:revision>1</cp:revision>
  <dcterms:created xsi:type="dcterms:W3CDTF">2025-10-19T04:13:23Z</dcterms:created>
  <dcterms:modified xsi:type="dcterms:W3CDTF">2025-10-19T04:13:48Z</dcterms:modified>
</cp:coreProperties>
</file>