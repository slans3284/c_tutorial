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B8721-F943-2769-4605-B18F141E40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3FCFF3-6959-40FB-C6AA-F28039B7D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FDCE48-3E5C-9C34-FA73-4FC8254FA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B197F6-3454-5650-BFC6-82DA2B940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F6BB55-5C5A-F63E-3D24-41B2B924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1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50FAD-9BB7-AEB2-C40B-0E169139E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DE504A-D304-328E-852E-C875E6D21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0CB4C5-C661-00D3-1236-A7C3F9A59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74A396-F9FC-4473-3A98-DDF4A875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923322-A208-0316-2CDB-F9F77CD9A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587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C5BE1-C0EE-C31C-5CA1-10054CF0F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EE87108-8F79-0581-FE36-708297E4F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977811-D839-B9F3-74E1-53B2FA3A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556E62-B8AD-5A47-6F5A-E88230BC1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ED345-A5B5-9544-4EAD-B064A2EAE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212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F4D32-19A2-D217-D357-FAD699EC9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F63B3-4218-52E1-9E7A-881374AFF0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F5EE9A-34A7-1B3E-9517-BD47A8C96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3A35E1-240E-BF01-461B-B13FFA5E9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F5CE15-E5A6-2E3F-775C-AEEA3401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3C1B76-BF67-81C4-15DB-0E50DE76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1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FFC81-ED65-4CC8-E509-11CB3AEA2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6120AC-BC85-C77B-D45D-3F8FA0536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E6EDB1-B106-5B18-E24D-3BF467E8EF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903C13-6D2A-B37A-D6BD-6A39CB5D8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D6096C-A4FF-30FA-8CDD-E205788A65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1B27BD7-DEEE-DA1B-6023-07CBA0D75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7003D5-D951-C5E6-240E-CCBC7C4A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C8925D-E20C-E961-5C3D-EC94CEEB9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548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96BD74-9266-A413-A8D1-CF1F9B979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A79A530-ADE9-93B9-CB8A-B5CEF451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488AF64-765D-294F-B267-D8BD4F07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9B151-4990-354D-C055-B30E650A5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69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C5863FA-D388-B780-541B-CEF636349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1A795C-445F-1A71-DBA2-475883D50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8236E-F25B-80AF-BC69-C7FC93B4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273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8D4A3-6D67-A600-6F04-34AD6F8B7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A78417-197E-69C7-F20D-F037A1EE3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8A19FE-C728-A498-7403-55FA945098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CD3E39-8A65-7FBF-2BDC-B0C5F6B38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E6D24E-76F2-28BD-8E8B-F89CB5ED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F412FA-6416-0A70-96BF-7B90B0E5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080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553FA-84BB-0227-FA6D-D08C1ABB2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564A7E1-917B-B43B-2302-A52D07F41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EB2272-B8C0-61FF-082B-726B7DA25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312086-95B5-0447-C053-DDC430EC1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76B9AC3-842A-5111-2BEE-50EE3249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D50B46-AA2F-DAD6-FB1E-A3B1C42E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3327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F367F-257A-8B8C-EAB4-62FE07015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AF9ECF-71BF-F80C-D62D-39CDC193C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527FA4-67AD-D59A-BAD2-8346DFD48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668947-0348-832E-EA00-9918865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912CFD-2096-C593-792F-0E857FDA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44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F76338-9046-652B-0AB4-6F4EBE821C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E637B92-6F91-B430-2074-995EDDEAC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CE967-8A78-9168-15C7-573CBB5BC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434023-F999-ABD5-6DB1-ED8F68F1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DAF497-8A49-62A6-4939-7D7246E3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33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32797C-D457-344D-890F-39B7E226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7C264A-9613-6070-CF49-C16889EC2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2DDF0F-22D8-8CEA-6C06-F55CC011B8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9100F-8D50-4C75-9E5D-C360C5AEA5E4}" type="datetimeFigureOut">
              <a:rPr lang="ko-KR" altLang="en-US" smtClean="0"/>
              <a:t>2025-09-28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B9BD2-07EF-DB17-1AE5-61DC62A8D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4CD9B2-AC47-1172-2E07-06ABB7A1C6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9567B-D69B-42AD-8C00-4CBD947685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53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8CCE80-D35D-A248-1582-B167FDEB0D30}"/>
              </a:ext>
            </a:extLst>
          </p:cNvPr>
          <p:cNvSpPr txBox="1"/>
          <p:nvPr/>
        </p:nvSpPr>
        <p:spPr>
          <a:xfrm>
            <a:off x="4288589" y="3026611"/>
            <a:ext cx="30636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/>
              <a:t>Int </a:t>
            </a:r>
            <a:r>
              <a:rPr lang="en-US" altLang="ko-KR" sz="5400" dirty="0" err="1"/>
              <a:t>arr</a:t>
            </a:r>
            <a:r>
              <a:rPr lang="en-US" altLang="ko-KR" sz="5400" dirty="0"/>
              <a:t>[5];</a:t>
            </a:r>
            <a:endParaRPr lang="ko-KR" altLang="en-US" sz="5400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5543F8B-DC37-D572-19BB-25DC231383D8}"/>
              </a:ext>
            </a:extLst>
          </p:cNvPr>
          <p:cNvCxnSpPr/>
          <p:nvPr/>
        </p:nvCxnSpPr>
        <p:spPr>
          <a:xfrm>
            <a:off x="3235158" y="1946442"/>
            <a:ext cx="1572126" cy="127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DD77885-0486-4A7B-92DB-AEC9F2B46710}"/>
              </a:ext>
            </a:extLst>
          </p:cNvPr>
          <p:cNvCxnSpPr/>
          <p:nvPr/>
        </p:nvCxnSpPr>
        <p:spPr>
          <a:xfrm>
            <a:off x="6256421" y="1743242"/>
            <a:ext cx="0" cy="1443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4C75023-5820-6580-0EBD-BF09D11D8D9D}"/>
              </a:ext>
            </a:extLst>
          </p:cNvPr>
          <p:cNvSpPr txBox="1"/>
          <p:nvPr/>
        </p:nvSpPr>
        <p:spPr>
          <a:xfrm>
            <a:off x="2315411" y="1390316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 타입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2C2945-6266-3091-1FE2-6732CC1C9A9E}"/>
              </a:ext>
            </a:extLst>
          </p:cNvPr>
          <p:cNvSpPr txBox="1"/>
          <p:nvPr/>
        </p:nvSpPr>
        <p:spPr>
          <a:xfrm>
            <a:off x="5546130" y="131812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배열명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3F1BF51-36A8-AC61-538C-8FF7DC6D34E3}"/>
              </a:ext>
            </a:extLst>
          </p:cNvPr>
          <p:cNvCxnSpPr/>
          <p:nvPr/>
        </p:nvCxnSpPr>
        <p:spPr>
          <a:xfrm>
            <a:off x="4181642" y="3898232"/>
            <a:ext cx="3507874" cy="51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42A09C4-EDB8-7E17-EC35-3DE1D6DAFC37}"/>
              </a:ext>
            </a:extLst>
          </p:cNvPr>
          <p:cNvSpPr txBox="1"/>
          <p:nvPr/>
        </p:nvSpPr>
        <p:spPr>
          <a:xfrm>
            <a:off x="5152190" y="4101069"/>
            <a:ext cx="1487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배열을 선언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EA75E03C-15C5-BED5-5563-798912530DE5}"/>
              </a:ext>
            </a:extLst>
          </p:cNvPr>
          <p:cNvCxnSpPr>
            <a:cxnSpLocks/>
          </p:cNvCxnSpPr>
          <p:nvPr/>
        </p:nvCxnSpPr>
        <p:spPr>
          <a:xfrm flipH="1">
            <a:off x="6681537" y="1860884"/>
            <a:ext cx="1056105" cy="12703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E00F3F-09E0-E5CD-21C4-691B389CC945}"/>
              </a:ext>
            </a:extLst>
          </p:cNvPr>
          <p:cNvSpPr txBox="1"/>
          <p:nvPr/>
        </p:nvSpPr>
        <p:spPr>
          <a:xfrm>
            <a:off x="7356267" y="139031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배열의 아이템 개수</a:t>
            </a:r>
          </a:p>
        </p:txBody>
      </p:sp>
    </p:spTree>
    <p:extLst>
      <p:ext uri="{BB962C8B-B14F-4D97-AF65-F5344CB8AC3E}">
        <p14:creationId xmlns:p14="http://schemas.microsoft.com/office/powerpoint/2010/main" val="4039036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FA7ADFD-EC99-419D-A8DD-A05E19AE7F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601307"/>
              </p:ext>
            </p:extLst>
          </p:nvPr>
        </p:nvGraphicFramePr>
        <p:xfrm>
          <a:off x="2031999" y="719666"/>
          <a:ext cx="8425900" cy="4562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590">
                  <a:extLst>
                    <a:ext uri="{9D8B030D-6E8A-4147-A177-3AD203B41FA5}">
                      <a16:colId xmlns:a16="http://schemas.microsoft.com/office/drawing/2014/main" val="2667020099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4144858060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509163196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719147386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877780579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3080612253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2310791014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1053449756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4234686674"/>
                    </a:ext>
                  </a:extLst>
                </a:gridCol>
                <a:gridCol w="842590">
                  <a:extLst>
                    <a:ext uri="{9D8B030D-6E8A-4147-A177-3AD203B41FA5}">
                      <a16:colId xmlns:a16="http://schemas.microsoft.com/office/drawing/2014/main" val="2677343568"/>
                    </a:ext>
                  </a:extLst>
                </a:gridCol>
              </a:tblGrid>
              <a:tr h="454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893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19255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9191699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5039"/>
                  </a:ext>
                </a:extLst>
              </a:tr>
              <a:tr h="471948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06092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3305144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16636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026410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263125"/>
                  </a:ext>
                </a:extLst>
              </a:tr>
              <a:tr h="45447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2458659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A105D64-AC22-412D-BB17-47F829620102}"/>
              </a:ext>
            </a:extLst>
          </p:cNvPr>
          <p:cNvSpPr/>
          <p:nvPr/>
        </p:nvSpPr>
        <p:spPr>
          <a:xfrm>
            <a:off x="2367379" y="3129235"/>
            <a:ext cx="381740" cy="3195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</a:t>
            </a:r>
            <a:endParaRPr lang="ko-KR" altLang="en-US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D50BD688-64B6-4D8E-8C4F-BC507B959607}"/>
              </a:ext>
            </a:extLst>
          </p:cNvPr>
          <p:cNvSpPr/>
          <p:nvPr/>
        </p:nvSpPr>
        <p:spPr>
          <a:xfrm>
            <a:off x="3943166" y="3109404"/>
            <a:ext cx="381740" cy="319596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2DDBB337-C3B4-4FE5-85A0-E84F94F4471C}"/>
              </a:ext>
            </a:extLst>
          </p:cNvPr>
          <p:cNvSpPr/>
          <p:nvPr/>
        </p:nvSpPr>
        <p:spPr>
          <a:xfrm>
            <a:off x="4755472" y="2829470"/>
            <a:ext cx="381740" cy="59953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70D1A0-8830-4654-BA63-8F53CFEF7E6E}"/>
              </a:ext>
            </a:extLst>
          </p:cNvPr>
          <p:cNvSpPr txBox="1"/>
          <p:nvPr/>
        </p:nvSpPr>
        <p:spPr>
          <a:xfrm>
            <a:off x="3036163" y="248575"/>
            <a:ext cx="1483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To find = 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18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1AA9CC0-831C-4964-878D-6ACAE93B8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297100"/>
              </p:ext>
            </p:extLst>
          </p:nvPr>
        </p:nvGraphicFramePr>
        <p:xfrm>
          <a:off x="683581" y="426128"/>
          <a:ext cx="10768610" cy="5823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861">
                  <a:extLst>
                    <a:ext uri="{9D8B030D-6E8A-4147-A177-3AD203B41FA5}">
                      <a16:colId xmlns:a16="http://schemas.microsoft.com/office/drawing/2014/main" val="223243315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477075887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1660580404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64952181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1622224795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4152857539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973077556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557191624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337160366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229602578"/>
                    </a:ext>
                  </a:extLst>
                </a:gridCol>
              </a:tblGrid>
              <a:tr h="727969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6385"/>
                  </a:ext>
                </a:extLst>
              </a:tr>
              <a:tr h="727969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20215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38886"/>
                  </a:ext>
                </a:extLst>
              </a:tr>
              <a:tr h="727969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[0]=10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[1]=20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[2]=30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8791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545560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Arr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13474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\n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724746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783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83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1AA9CC0-831C-4964-878D-6ACAE93B8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522427"/>
              </p:ext>
            </p:extLst>
          </p:nvPr>
        </p:nvGraphicFramePr>
        <p:xfrm>
          <a:off x="683581" y="426128"/>
          <a:ext cx="10768610" cy="58237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6861">
                  <a:extLst>
                    <a:ext uri="{9D8B030D-6E8A-4147-A177-3AD203B41FA5}">
                      <a16:colId xmlns:a16="http://schemas.microsoft.com/office/drawing/2014/main" val="223243315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477075887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1660580404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64952181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1622224795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4152857539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973077556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557191624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3371603663"/>
                    </a:ext>
                  </a:extLst>
                </a:gridCol>
                <a:gridCol w="1076861">
                  <a:extLst>
                    <a:ext uri="{9D8B030D-6E8A-4147-A177-3AD203B41FA5}">
                      <a16:colId xmlns:a16="http://schemas.microsoft.com/office/drawing/2014/main" val="2229602578"/>
                    </a:ext>
                  </a:extLst>
                </a:gridCol>
              </a:tblGrid>
              <a:tr h="727969">
                <a:tc gridSpan="4">
                  <a:txBody>
                    <a:bodyPr/>
                    <a:lstStyle/>
                    <a:p>
                      <a:r>
                        <a:rPr lang="en-US" altLang="ko-KR" dirty="0"/>
                        <a:t>Num(0x00)</a:t>
                      </a:r>
                    </a:p>
                    <a:p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6385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N(0x10)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0x12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220215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1438886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88791"/>
                  </a:ext>
                </a:extLst>
              </a:tr>
              <a:tr h="727969"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Lotto[0]</a:t>
                      </a:r>
                    </a:p>
                    <a:p>
                      <a:pPr latinLnBrk="1"/>
                      <a:r>
                        <a:rPr lang="en-US" altLang="ko-KR" dirty="0"/>
                        <a:t>40</a:t>
                      </a:r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1545560"/>
                  </a:ext>
                </a:extLst>
              </a:tr>
              <a:tr h="727969">
                <a:tc gridSpan="2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413474"/>
                  </a:ext>
                </a:extLst>
              </a:tr>
              <a:tr h="727969"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724746"/>
                  </a:ext>
                </a:extLst>
              </a:tr>
              <a:tr h="727969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783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38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B064650-4135-43B4-917A-8FF83BFDEE64}"/>
              </a:ext>
            </a:extLst>
          </p:cNvPr>
          <p:cNvSpPr/>
          <p:nvPr/>
        </p:nvSpPr>
        <p:spPr>
          <a:xfrm>
            <a:off x="1633491" y="1384917"/>
            <a:ext cx="1642369" cy="10120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add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4F04C4F-8CB4-4648-9A85-EF81B47E1734}"/>
              </a:ext>
            </a:extLst>
          </p:cNvPr>
          <p:cNvSpPr/>
          <p:nvPr/>
        </p:nvSpPr>
        <p:spPr>
          <a:xfrm>
            <a:off x="8916140" y="667305"/>
            <a:ext cx="2322990" cy="56447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add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170FB377-2604-48DA-99FC-61BC98447F08}"/>
              </a:ext>
            </a:extLst>
          </p:cNvPr>
          <p:cNvCxnSpPr/>
          <p:nvPr/>
        </p:nvCxnSpPr>
        <p:spPr>
          <a:xfrm flipV="1">
            <a:off x="3275860" y="667305"/>
            <a:ext cx="5640280" cy="717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D1EDAA4-555E-4675-912E-1B5FF170C9F4}"/>
              </a:ext>
            </a:extLst>
          </p:cNvPr>
          <p:cNvCxnSpPr/>
          <p:nvPr/>
        </p:nvCxnSpPr>
        <p:spPr>
          <a:xfrm flipH="1" flipV="1">
            <a:off x="3373515" y="2396971"/>
            <a:ext cx="5468644" cy="3915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03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106</Words>
  <Application>Microsoft Office PowerPoint</Application>
  <PresentationFormat>와이드스크린</PresentationFormat>
  <Paragraphs>53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영윤 김</dc:creator>
  <cp:lastModifiedBy>User</cp:lastModifiedBy>
  <cp:revision>10</cp:revision>
  <dcterms:created xsi:type="dcterms:W3CDTF">2025-09-20T05:34:10Z</dcterms:created>
  <dcterms:modified xsi:type="dcterms:W3CDTF">2025-09-28T06:52:29Z</dcterms:modified>
</cp:coreProperties>
</file>