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62" d="100"/>
          <a:sy n="62" d="100"/>
        </p:scale>
        <p:origin x="4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23FFC8-610B-FFB7-92B0-FC9E408EB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57E40E-EA96-05A5-37FF-CCF1206DD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42197-3241-8549-6563-1FC734269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1000-D27D-48B8-B62C-B4FF2DC451A1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ED67BE-44BD-BDB6-F150-8F3D6516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6B39BF-C4F9-F53A-D13D-3AE34006F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3EAB-31D1-4DC4-8332-38B3B752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403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43712-864E-DA50-9DA5-9FD16B4E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8460D3-3DFC-5259-9CA4-5C57F4B81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5FDC09-AF99-F84A-389A-9EC075B30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1000-D27D-48B8-B62C-B4FF2DC451A1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BEFBA7-87B0-D15B-B944-C29791712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3B778E-0044-61F6-4CF4-855CA04F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3EAB-31D1-4DC4-8332-38B3B752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97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A5344-2123-A688-63D0-54287D5A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A5DB3F-441B-56B5-F8AA-6B6CED411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47E3CB-5018-184D-A44D-14303640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1000-D27D-48B8-B62C-B4FF2DC451A1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5D0398-7F9F-ECE2-B613-8B28D02D6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8823C4-8002-5E40-8FB5-7D18E8CE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3EAB-31D1-4DC4-8332-38B3B752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453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C21CF-1CFD-C585-7369-B31972B68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781D4B-A0BE-6967-353E-E5C6104A2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6885DA-C709-888B-C0B5-EB489E0199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AF45D1-9B3E-2E3E-DD51-15D6BD5C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1000-D27D-48B8-B62C-B4FF2DC451A1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F92190-379D-5E9C-2A4F-4D75C2532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EBAD4B-5D8C-D02C-C8FA-180B7E9E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3EAB-31D1-4DC4-8332-38B3B752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870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80D296-76AB-617C-72C8-5C455241A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0BC885-8479-492E-EB0C-226551FC9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C3EC22-9B59-F26A-3804-866C4073D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AF00E0-C4D6-CDDB-64CD-BDA671686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0BDD54-8376-EB68-00EB-80CB61F87A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4353F1-C73C-953E-D9A7-54A796303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1000-D27D-48B8-B62C-B4FF2DC451A1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E998E2-8A4D-EA09-4534-8CE8646D0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6400D6-7D87-DB97-4B2E-E087CC43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3EAB-31D1-4DC4-8332-38B3B752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50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07955-5850-D4E7-F960-70EA2A33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29286A-3E7F-0E33-FA75-BDA0FE3F9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1000-D27D-48B8-B62C-B4FF2DC451A1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88CBE2-68C4-3E90-AD1A-0BDDF16D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3121FA-4E3C-3C66-0029-81CF0DCB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3EAB-31D1-4DC4-8332-38B3B752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93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BCD9D5-0B8E-DC73-6B5B-ADDB5C9B9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1000-D27D-48B8-B62C-B4FF2DC451A1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DC8B46-4B20-FF8D-F39D-A78E90BC1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6016D3-2D9E-A42B-E679-D9C666479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3EAB-31D1-4DC4-8332-38B3B752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6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B6CD1-F75C-5DB1-C1A1-8492151F9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0CF1E8-C971-3B6B-513C-FEFBEE057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C36F98-1D80-11CF-E50A-D90A3B30E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B2124A-FA19-5560-324F-AF1E3CADC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1000-D27D-48B8-B62C-B4FF2DC451A1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63606C-A82A-0403-8FD3-4DDBA0C7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5D83FC-E4A2-3456-F4A7-4FDAF50FF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3EAB-31D1-4DC4-8332-38B3B752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615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B6A87B-0EDC-E24D-95C3-8B0CC8318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709820-05FD-C777-3ADB-1B490BE582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59DF6B-8907-4F80-FBE8-E51B3D7F0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B2FAB0-8FD2-E7E6-C316-C2861511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1000-D27D-48B8-B62C-B4FF2DC451A1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B27E3C-A4E0-BE10-A650-EAEEA0707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3459D6-D5C9-AABC-6878-73C3AAF0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3EAB-31D1-4DC4-8332-38B3B752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270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C14FFB-3B44-8EAB-C212-75F27E99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B376B8-1678-4A5F-883D-CD595A7BA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88DA7C-D647-86FB-4BF4-B4D393EB7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1000-D27D-48B8-B62C-B4FF2DC451A1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21740C-27BA-9387-DD6F-38D64637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AD5072-D5F3-4264-F53C-08A4C4C9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3EAB-31D1-4DC4-8332-38B3B752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99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64311A5-44E9-93B5-6522-5800B33E7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ADDAB3-5938-CD48-6A15-B801181CD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535EB3-EEDD-52B2-77E4-4613EFE87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1000-D27D-48B8-B62C-B4FF2DC451A1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407F24-0641-97DB-7AB1-3A3E8675A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80C4A9-48C1-D9F9-0D0F-A53582DA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A3EAB-31D1-4DC4-8332-38B3B752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76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35EA28-C693-2C98-935C-490B1E516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4A9A13-C8E2-310A-C151-F31143E531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795136-5A09-513D-910D-9760F7C01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F1000-D27D-48B8-B62C-B4FF2DC451A1}" type="datetimeFigureOut">
              <a:rPr lang="ko-KR" altLang="en-US" smtClean="0"/>
              <a:t>2025-11-01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BA40F-E8C8-9CF7-FFD6-750F88649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6EE345-27C3-DFA8-56E4-0D345AF2C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A3EAB-31D1-4DC4-8332-38B3B752E0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78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645F224-F7E9-F602-0A00-505A04A6F1D7}"/>
              </a:ext>
            </a:extLst>
          </p:cNvPr>
          <p:cNvSpPr/>
          <p:nvPr/>
        </p:nvSpPr>
        <p:spPr>
          <a:xfrm>
            <a:off x="1303254" y="3507874"/>
            <a:ext cx="2764590" cy="2459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#include ”</a:t>
            </a:r>
            <a:r>
              <a:rPr lang="en-US" altLang="ko-KR" dirty="0" err="1"/>
              <a:t>project.h</a:t>
            </a:r>
            <a:r>
              <a:rPr lang="en-US" altLang="ko-KR" dirty="0"/>
              <a:t>”</a:t>
            </a:r>
          </a:p>
          <a:p>
            <a:pPr algn="ctr"/>
            <a:r>
              <a:rPr lang="en-US" altLang="ko-KR" dirty="0"/>
              <a:t>Main.cpp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916818-E5FE-FEA8-2645-F9F326C42244}"/>
              </a:ext>
            </a:extLst>
          </p:cNvPr>
          <p:cNvSpPr/>
          <p:nvPr/>
        </p:nvSpPr>
        <p:spPr>
          <a:xfrm>
            <a:off x="4067844" y="3507874"/>
            <a:ext cx="2764590" cy="2459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#include ”</a:t>
            </a:r>
            <a:r>
              <a:rPr lang="en-US" altLang="ko-KR" dirty="0" err="1"/>
              <a:t>project.h</a:t>
            </a:r>
            <a:r>
              <a:rPr lang="en-US" altLang="ko-KR" dirty="0"/>
              <a:t>” sub.cpp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BF0902-4755-DAF6-6204-4D91882E7713}"/>
              </a:ext>
            </a:extLst>
          </p:cNvPr>
          <p:cNvSpPr/>
          <p:nvPr/>
        </p:nvSpPr>
        <p:spPr>
          <a:xfrm>
            <a:off x="1303254" y="1048084"/>
            <a:ext cx="2764590" cy="24597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Project.h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#include &lt;stdio.h&gt;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12A8E0-5A27-85C8-843D-98A1411F6859}"/>
              </a:ext>
            </a:extLst>
          </p:cNvPr>
          <p:cNvSpPr txBox="1"/>
          <p:nvPr/>
        </p:nvSpPr>
        <p:spPr>
          <a:xfrm>
            <a:off x="973221" y="561474"/>
            <a:ext cx="1712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#pragma once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411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76C7189-2B76-B083-ABFE-9D22BF6FCAD3}"/>
              </a:ext>
            </a:extLst>
          </p:cNvPr>
          <p:cNvSpPr/>
          <p:nvPr/>
        </p:nvSpPr>
        <p:spPr>
          <a:xfrm>
            <a:off x="250155" y="2765925"/>
            <a:ext cx="2436897" cy="807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Source code 1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43265B-9C8A-45E4-612A-4CDB11523929}"/>
              </a:ext>
            </a:extLst>
          </p:cNvPr>
          <p:cNvSpPr/>
          <p:nvPr/>
        </p:nvSpPr>
        <p:spPr>
          <a:xfrm>
            <a:off x="3344779" y="1608220"/>
            <a:ext cx="1339516" cy="3379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compile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473737-9BC1-3D19-02E3-43A30DDA65AA}"/>
              </a:ext>
            </a:extLst>
          </p:cNvPr>
          <p:cNvSpPr/>
          <p:nvPr/>
        </p:nvSpPr>
        <p:spPr>
          <a:xfrm>
            <a:off x="5554414" y="2708441"/>
            <a:ext cx="2436897" cy="803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Object code 1</a:t>
            </a:r>
          </a:p>
          <a:p>
            <a:pPr algn="ctr"/>
            <a:r>
              <a:rPr lang="ko-KR" altLang="en-US" dirty="0"/>
              <a:t>기계어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5308BA3-7995-706A-0AA5-575F83AD096C}"/>
              </a:ext>
            </a:extLst>
          </p:cNvPr>
          <p:cNvCxnSpPr>
            <a:cxnSpLocks/>
          </p:cNvCxnSpPr>
          <p:nvPr/>
        </p:nvCxnSpPr>
        <p:spPr>
          <a:xfrm>
            <a:off x="2844799" y="3169652"/>
            <a:ext cx="25346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755773-41EE-0284-A461-A47490B7701A}"/>
              </a:ext>
            </a:extLst>
          </p:cNvPr>
          <p:cNvSpPr/>
          <p:nvPr/>
        </p:nvSpPr>
        <p:spPr>
          <a:xfrm>
            <a:off x="250154" y="3789946"/>
            <a:ext cx="2436897" cy="807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Source code 2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F4F7CFA-3604-E9F1-97F9-993A7DDE9B84}"/>
              </a:ext>
            </a:extLst>
          </p:cNvPr>
          <p:cNvCxnSpPr>
            <a:cxnSpLocks/>
          </p:cNvCxnSpPr>
          <p:nvPr/>
        </p:nvCxnSpPr>
        <p:spPr>
          <a:xfrm>
            <a:off x="2884904" y="4193672"/>
            <a:ext cx="24410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162F89-E6DD-7CD0-1202-D020C37D970B}"/>
              </a:ext>
            </a:extLst>
          </p:cNvPr>
          <p:cNvSpPr/>
          <p:nvPr/>
        </p:nvSpPr>
        <p:spPr>
          <a:xfrm>
            <a:off x="5554414" y="3789946"/>
            <a:ext cx="2436897" cy="8034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Object code 2</a:t>
            </a:r>
          </a:p>
          <a:p>
            <a:pPr algn="ctr"/>
            <a:r>
              <a:rPr lang="ko-KR" altLang="en-US" dirty="0"/>
              <a:t>기계어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442E85C-8578-A36C-8F4C-53857C916560}"/>
              </a:ext>
            </a:extLst>
          </p:cNvPr>
          <p:cNvSpPr/>
          <p:nvPr/>
        </p:nvSpPr>
        <p:spPr>
          <a:xfrm>
            <a:off x="8219747" y="1739231"/>
            <a:ext cx="1339516" cy="3379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link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07A6C0-B5E7-857F-5355-62250F21C9DA}"/>
              </a:ext>
            </a:extLst>
          </p:cNvPr>
          <p:cNvSpPr/>
          <p:nvPr/>
        </p:nvSpPr>
        <p:spPr>
          <a:xfrm>
            <a:off x="9994230" y="2708441"/>
            <a:ext cx="1898316" cy="689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Execute file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8FF0E0B-4EA4-EC90-729B-48F8D3097B83}"/>
              </a:ext>
            </a:extLst>
          </p:cNvPr>
          <p:cNvSpPr/>
          <p:nvPr/>
        </p:nvSpPr>
        <p:spPr>
          <a:xfrm>
            <a:off x="9994230" y="3398251"/>
            <a:ext cx="1898316" cy="689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실행파일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17AF10C-3008-CA81-B692-72CEBD2CFE63}"/>
              </a:ext>
            </a:extLst>
          </p:cNvPr>
          <p:cNvCxnSpPr>
            <a:cxnSpLocks/>
          </p:cNvCxnSpPr>
          <p:nvPr/>
        </p:nvCxnSpPr>
        <p:spPr>
          <a:xfrm>
            <a:off x="7948862" y="3027947"/>
            <a:ext cx="1981201" cy="57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3939A0C1-2BAC-7285-B91A-F57A916B76FF}"/>
              </a:ext>
            </a:extLst>
          </p:cNvPr>
          <p:cNvCxnSpPr>
            <a:cxnSpLocks/>
          </p:cNvCxnSpPr>
          <p:nvPr/>
        </p:nvCxnSpPr>
        <p:spPr>
          <a:xfrm flipV="1">
            <a:off x="7718925" y="3689684"/>
            <a:ext cx="2211138" cy="511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D6EB1DB-0196-8D7D-C23F-866B32D74DA1}"/>
              </a:ext>
            </a:extLst>
          </p:cNvPr>
          <p:cNvCxnSpPr>
            <a:cxnSpLocks/>
          </p:cNvCxnSpPr>
          <p:nvPr/>
        </p:nvCxnSpPr>
        <p:spPr>
          <a:xfrm>
            <a:off x="350251" y="455863"/>
            <a:ext cx="115422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ACC02B6-4641-BB45-8186-9D0ABECAB80D}"/>
              </a:ext>
            </a:extLst>
          </p:cNvPr>
          <p:cNvSpPr txBox="1"/>
          <p:nvPr/>
        </p:nvSpPr>
        <p:spPr>
          <a:xfrm>
            <a:off x="395705" y="27119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빌드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A6193D3-C8E0-D730-C9D9-0A5E6FC7875E}"/>
              </a:ext>
            </a:extLst>
          </p:cNvPr>
          <p:cNvCxnSpPr>
            <a:cxnSpLocks/>
          </p:cNvCxnSpPr>
          <p:nvPr/>
        </p:nvCxnSpPr>
        <p:spPr>
          <a:xfrm>
            <a:off x="395705" y="943809"/>
            <a:ext cx="41602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2AB8CC6-16A7-CCFB-5C60-593F4B3AE45B}"/>
              </a:ext>
            </a:extLst>
          </p:cNvPr>
          <p:cNvSpPr txBox="1"/>
          <p:nvPr/>
        </p:nvSpPr>
        <p:spPr>
          <a:xfrm>
            <a:off x="403730" y="7751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컴파일</a:t>
            </a:r>
          </a:p>
        </p:txBody>
      </p:sp>
    </p:spTree>
    <p:extLst>
      <p:ext uri="{BB962C8B-B14F-4D97-AF65-F5344CB8AC3E}">
        <p14:creationId xmlns:p14="http://schemas.microsoft.com/office/powerpoint/2010/main" val="230391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0F7690-3543-6BB9-6EB2-7238595DCBBD}"/>
              </a:ext>
            </a:extLst>
          </p:cNvPr>
          <p:cNvSpPr txBox="1"/>
          <p:nvPr/>
        </p:nvSpPr>
        <p:spPr>
          <a:xfrm>
            <a:off x="801384" y="585627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설계</a:t>
            </a:r>
            <a:r>
              <a:rPr lang="en-US" altLang="ko-KR" dirty="0"/>
              <a:t>(</a:t>
            </a:r>
            <a:r>
              <a:rPr lang="ko-KR" altLang="en-US" dirty="0"/>
              <a:t>옛날에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5A659F-67A7-D691-58C2-159A48077430}"/>
              </a:ext>
            </a:extLst>
          </p:cNvPr>
          <p:cNvSpPr/>
          <p:nvPr/>
        </p:nvSpPr>
        <p:spPr>
          <a:xfrm>
            <a:off x="3113070" y="585627"/>
            <a:ext cx="1273995" cy="955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D89E29-8F3F-E16F-266D-0BFA12A15D73}"/>
              </a:ext>
            </a:extLst>
          </p:cNvPr>
          <p:cNvSpPr/>
          <p:nvPr/>
        </p:nvSpPr>
        <p:spPr>
          <a:xfrm>
            <a:off x="5268931" y="636998"/>
            <a:ext cx="1273995" cy="955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92ADE4-65CB-4776-5867-A440D7A252AE}"/>
              </a:ext>
            </a:extLst>
          </p:cNvPr>
          <p:cNvSpPr/>
          <p:nvPr/>
        </p:nvSpPr>
        <p:spPr>
          <a:xfrm>
            <a:off x="3113070" y="1899007"/>
            <a:ext cx="1273995" cy="955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8F691F-DF63-F553-7204-E4A905E249A0}"/>
              </a:ext>
            </a:extLst>
          </p:cNvPr>
          <p:cNvSpPr/>
          <p:nvPr/>
        </p:nvSpPr>
        <p:spPr>
          <a:xfrm>
            <a:off x="5268931" y="1950378"/>
            <a:ext cx="1273995" cy="955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A1FFC7-188A-3107-145F-501D1CA69CC5}"/>
              </a:ext>
            </a:extLst>
          </p:cNvPr>
          <p:cNvSpPr/>
          <p:nvPr/>
        </p:nvSpPr>
        <p:spPr>
          <a:xfrm>
            <a:off x="3113070" y="3525748"/>
            <a:ext cx="1273995" cy="955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D94F0E-D328-B516-803F-5E52976735DE}"/>
              </a:ext>
            </a:extLst>
          </p:cNvPr>
          <p:cNvSpPr/>
          <p:nvPr/>
        </p:nvSpPr>
        <p:spPr>
          <a:xfrm>
            <a:off x="5268931" y="3577119"/>
            <a:ext cx="1273995" cy="955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40EB245-B220-FEF7-BE86-73301DFE8DC9}"/>
              </a:ext>
            </a:extLst>
          </p:cNvPr>
          <p:cNvCxnSpPr/>
          <p:nvPr/>
        </p:nvCxnSpPr>
        <p:spPr>
          <a:xfrm>
            <a:off x="4387065" y="842481"/>
            <a:ext cx="8818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801ED2B-59C1-1CE2-8D01-D348A56808EA}"/>
              </a:ext>
            </a:extLst>
          </p:cNvPr>
          <p:cNvCxnSpPr>
            <a:cxnSpLocks/>
          </p:cNvCxnSpPr>
          <p:nvPr/>
        </p:nvCxnSpPr>
        <p:spPr>
          <a:xfrm flipH="1">
            <a:off x="4489807" y="1345915"/>
            <a:ext cx="7791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F5DB9AD-19A6-A134-B4EB-A90C31B3C285}"/>
              </a:ext>
            </a:extLst>
          </p:cNvPr>
          <p:cNvCxnSpPr/>
          <p:nvPr/>
        </p:nvCxnSpPr>
        <p:spPr>
          <a:xfrm>
            <a:off x="4387065" y="1448656"/>
            <a:ext cx="770562" cy="110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5BC3960D-ADFE-7528-022F-57A9B657F7C8}"/>
              </a:ext>
            </a:extLst>
          </p:cNvPr>
          <p:cNvCxnSpPr>
            <a:stCxn id="8" idx="1"/>
            <a:endCxn id="10" idx="1"/>
          </p:cNvCxnSpPr>
          <p:nvPr/>
        </p:nvCxnSpPr>
        <p:spPr>
          <a:xfrm rot="10800000" flipV="1">
            <a:off x="5268931" y="2428126"/>
            <a:ext cx="12700" cy="162674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150DF1D6-1A1E-6AD8-4DF8-F6250D3CA0DD}"/>
              </a:ext>
            </a:extLst>
          </p:cNvPr>
          <p:cNvCxnSpPr>
            <a:stCxn id="10" idx="3"/>
            <a:endCxn id="8" idx="3"/>
          </p:cNvCxnSpPr>
          <p:nvPr/>
        </p:nvCxnSpPr>
        <p:spPr>
          <a:xfrm flipV="1">
            <a:off x="6542926" y="2428127"/>
            <a:ext cx="12700" cy="162674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CAC6137-E465-2C20-0612-C4DB4E7F0576}"/>
              </a:ext>
            </a:extLst>
          </p:cNvPr>
          <p:cNvCxnSpPr/>
          <p:nvPr/>
        </p:nvCxnSpPr>
        <p:spPr>
          <a:xfrm flipH="1" flipV="1">
            <a:off x="4274049" y="1592495"/>
            <a:ext cx="729466" cy="1099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38F2450-CD33-0CB3-E00F-9D7EF34E3F7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750068" y="1541124"/>
            <a:ext cx="0" cy="306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102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A2FD9C5-8D98-89F2-7DAF-636F9B0447C9}"/>
              </a:ext>
            </a:extLst>
          </p:cNvPr>
          <p:cNvSpPr/>
          <p:nvPr/>
        </p:nvSpPr>
        <p:spPr>
          <a:xfrm>
            <a:off x="1047964" y="616449"/>
            <a:ext cx="1109609" cy="7911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입력받은</a:t>
            </a:r>
            <a:r>
              <a:rPr lang="ko-KR" altLang="en-US" dirty="0"/>
              <a:t> </a:t>
            </a:r>
            <a:r>
              <a:rPr lang="en-US" altLang="ko-KR" dirty="0"/>
              <a:t>rank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24DBBE-0B89-8030-426B-292634F867F1}"/>
              </a:ext>
            </a:extLst>
          </p:cNvPr>
          <p:cNvSpPr/>
          <p:nvPr/>
        </p:nvSpPr>
        <p:spPr>
          <a:xfrm>
            <a:off x="1047963" y="1690955"/>
            <a:ext cx="2219219" cy="7911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기존 배열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158DDD-E4D6-291E-84AB-4BB6E506EA77}"/>
              </a:ext>
            </a:extLst>
          </p:cNvPr>
          <p:cNvSpPr/>
          <p:nvPr/>
        </p:nvSpPr>
        <p:spPr>
          <a:xfrm>
            <a:off x="1047963" y="2637889"/>
            <a:ext cx="3380196" cy="7911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뉴 기존 배열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F5C28D-2774-22B2-976D-0778C4D700FF}"/>
              </a:ext>
            </a:extLst>
          </p:cNvPr>
          <p:cNvSpPr/>
          <p:nvPr/>
        </p:nvSpPr>
        <p:spPr>
          <a:xfrm>
            <a:off x="1047962" y="2637889"/>
            <a:ext cx="2219219" cy="7911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기존 배열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F80533-3981-4153-246D-AF9A8306C1EE}"/>
              </a:ext>
            </a:extLst>
          </p:cNvPr>
          <p:cNvSpPr/>
          <p:nvPr/>
        </p:nvSpPr>
        <p:spPr>
          <a:xfrm>
            <a:off x="3267181" y="2637889"/>
            <a:ext cx="1109609" cy="7911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입력받은</a:t>
            </a:r>
            <a:r>
              <a:rPr lang="ko-KR" altLang="en-US" dirty="0"/>
              <a:t> </a:t>
            </a:r>
            <a:r>
              <a:rPr lang="en-US" altLang="ko-KR" dirty="0"/>
              <a:t>rank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114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DE0B1E5-DC72-D8F6-5742-AE336A2C798C}"/>
              </a:ext>
            </a:extLst>
          </p:cNvPr>
          <p:cNvSpPr/>
          <p:nvPr/>
        </p:nvSpPr>
        <p:spPr>
          <a:xfrm>
            <a:off x="2671281" y="3428999"/>
            <a:ext cx="1273995" cy="955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3CC798-3580-8D65-FB82-D814D750301F}"/>
              </a:ext>
            </a:extLst>
          </p:cNvPr>
          <p:cNvSpPr/>
          <p:nvPr/>
        </p:nvSpPr>
        <p:spPr>
          <a:xfrm>
            <a:off x="4405900" y="3428998"/>
            <a:ext cx="1273995" cy="955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46736E-2182-806C-3194-52A9B770FD6E}"/>
              </a:ext>
            </a:extLst>
          </p:cNvPr>
          <p:cNvSpPr/>
          <p:nvPr/>
        </p:nvSpPr>
        <p:spPr>
          <a:xfrm>
            <a:off x="5986410" y="3428997"/>
            <a:ext cx="1273995" cy="955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D54878-7E2D-16D2-B3B3-7263FC1E33DC}"/>
              </a:ext>
            </a:extLst>
          </p:cNvPr>
          <p:cNvSpPr/>
          <p:nvPr/>
        </p:nvSpPr>
        <p:spPr>
          <a:xfrm>
            <a:off x="2864777" y="4906766"/>
            <a:ext cx="1273995" cy="955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D43B774-E522-8C36-D39D-B0AEABEE9971}"/>
              </a:ext>
            </a:extLst>
          </p:cNvPr>
          <p:cNvSpPr/>
          <p:nvPr/>
        </p:nvSpPr>
        <p:spPr>
          <a:xfrm>
            <a:off x="4217543" y="4834844"/>
            <a:ext cx="1273995" cy="955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4642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와이드스크린</PresentationFormat>
  <Paragraphs>36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영윤 김</dc:creator>
  <cp:lastModifiedBy>영윤 김</cp:lastModifiedBy>
  <cp:revision>1</cp:revision>
  <dcterms:created xsi:type="dcterms:W3CDTF">2025-11-03T22:12:44Z</dcterms:created>
  <dcterms:modified xsi:type="dcterms:W3CDTF">2025-11-03T22:13:08Z</dcterms:modified>
</cp:coreProperties>
</file>