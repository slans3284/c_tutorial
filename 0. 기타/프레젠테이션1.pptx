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F5D38-FB42-4B0F-ACDE-3E91F26FE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355C39-7B26-45AE-AFEB-F71576B07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DFC787-D65E-415D-BF67-0669F2FC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F9C9DA-EBA7-47ED-BC5D-824E6FA7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DD96C-13E3-4409-BAB5-87A07D46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715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86971-4E98-4596-AE45-BC8B7262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67F480-E722-4CDC-861F-B98FAD562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A0176-89FD-4368-BCD7-68EC3BD7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3B0C65-1874-42C0-960F-14CCAC742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E8F8AE-429F-424F-A7D5-24075215C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097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4BCCB-6845-4EFF-BD28-F4A4D10B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4D2A09-5F2B-42AD-925C-14D71B71B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459740-3827-4531-BA19-D1EBFA9B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DDF866-9E7D-4333-98B0-CF9D24CDA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88DC0B-2584-4D38-AB97-C24C49EB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13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77195-597D-445F-98E5-68981BFD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190A65-1AC2-41C3-89BD-70A9F01AF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12A537-6C1A-49B8-A0D7-015437A88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F0D253-6692-430C-AD8C-C61E6E1B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DB3714-3C7B-4E76-950D-1FD44405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64554F-34FE-4895-BBE9-E23AB1B9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19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1FD29-6D25-4D8B-A1FB-AE5617B6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D92BCC-81D0-4A59-8E97-67FEAC48B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EDD4C5-62C9-4CBD-B744-D8945CF53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CC73CD-739B-4C38-B1C7-5220E5BDC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E9F639-5DC4-454C-80A3-38A83CD6A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FFC69E-E6CD-40EE-AB54-F02B84E4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23DE8E-638F-453E-9DBC-A50A6269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30CE80-2AA5-4747-ACA7-9FDD95AD7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51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814ED-3F34-4D55-B4AD-1A2E61FE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2A2ED1-EB58-47D3-94FA-04935016E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B25519-6B88-4D06-8B8A-8BFEEBF0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771AD8-FBD7-4C99-B951-537FFFDB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142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5B50AE-A81B-4765-A178-4C0CDAF4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D47A1A-D5F7-4357-BDD6-9C484088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32EB26-BFC3-4DAB-94EB-259E5725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61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3458B-2446-4BB8-88F4-EF5E2263B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6D34F-D46C-4AD2-9E14-A92B486AE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C3566C-D2FC-4E1B-9804-28E8CB900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15A7D6-C611-48A8-BD70-34E58F47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77AEED-E018-4C52-B1D5-940029DF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1B6F4-9E8B-44C7-AAE7-C1BBAE3D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088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D07AF-A1D9-4DBE-A8E2-2B3C04679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4ED871-4173-4E3F-8881-5247DED007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70804B-28A0-4DB2-B780-9DE0A1154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A7E94B-D361-407B-AAC4-2F2324CE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3B2D18-75F4-499A-A55B-42F881F0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67B3EA-D075-4864-B1F2-A73B6BBD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56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BD068-FEAE-48DD-8591-19134B38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FE390B-41C2-49EF-81C7-08AF55188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D3F5BA-BD1A-4990-AA91-05548AA40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F4A499-231F-4B8C-9711-056250DBD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8C35C2-252E-44FD-B669-01CC0D60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5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4F98A3-D89A-4ECD-A68F-69227E100D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16F1E8-5B0F-4AC6-8720-1A2DDD96C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DC47FB-9485-4048-8649-A34E9917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62083D-3E28-4055-A7D0-1216046C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897A8-8D77-49BD-8F68-5B18EA78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24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C66E9F-C160-4D4C-AD9D-B9B78458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F8D625-843B-4747-B1DA-BE2377F87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B62A2B-19C7-4C18-809D-998AC746A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ACB6F-162C-4BA0-ACA7-570EADEB83B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7368B-FC6C-4F55-A0ED-095DA1C91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7F8036-5B5B-47B7-A944-3BAA901C5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4C6F9-F4FC-409C-BEA6-D85F526D4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90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B37D6F1-9432-4476-8C68-884010D84DC1}"/>
              </a:ext>
            </a:extLst>
          </p:cNvPr>
          <p:cNvSpPr/>
          <p:nvPr/>
        </p:nvSpPr>
        <p:spPr>
          <a:xfrm>
            <a:off x="1392571" y="2567031"/>
            <a:ext cx="1677799" cy="2541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Source code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C9E1CF-2869-4067-995D-F3BA0FA2B9EE}"/>
              </a:ext>
            </a:extLst>
          </p:cNvPr>
          <p:cNvSpPr/>
          <p:nvPr/>
        </p:nvSpPr>
        <p:spPr>
          <a:xfrm>
            <a:off x="9910198" y="3166844"/>
            <a:ext cx="1322662" cy="138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기계어 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B1DB0BE-9D86-4FB7-B853-DCB8DEAED529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070370" y="3837963"/>
            <a:ext cx="6839828" cy="20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CBD564-DD9B-4A02-8B5D-B199D7448208}"/>
              </a:ext>
            </a:extLst>
          </p:cNvPr>
          <p:cNvSpPr/>
          <p:nvPr/>
        </p:nvSpPr>
        <p:spPr>
          <a:xfrm>
            <a:off x="4003772" y="3020037"/>
            <a:ext cx="1217802" cy="1677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컴파일러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109E09-3D83-40DE-A499-74780323CF84}"/>
              </a:ext>
            </a:extLst>
          </p:cNvPr>
          <p:cNvSpPr/>
          <p:nvPr/>
        </p:nvSpPr>
        <p:spPr>
          <a:xfrm>
            <a:off x="6640588" y="3020037"/>
            <a:ext cx="1217802" cy="1677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링커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545B3-E15B-4ACC-83A8-A8982C8FECE8}"/>
              </a:ext>
            </a:extLst>
          </p:cNvPr>
          <p:cNvSpPr txBox="1"/>
          <p:nvPr/>
        </p:nvSpPr>
        <p:spPr>
          <a:xfrm>
            <a:off x="5336573" y="3479117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01010..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C513556-AA7E-4E0C-A3B6-568619A1D85B}"/>
              </a:ext>
            </a:extLst>
          </p:cNvPr>
          <p:cNvSpPr/>
          <p:nvPr/>
        </p:nvSpPr>
        <p:spPr>
          <a:xfrm>
            <a:off x="7858390" y="1044429"/>
            <a:ext cx="1217802" cy="411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91A60A-5FE8-4CAF-8E17-E826E0EA1550}"/>
              </a:ext>
            </a:extLst>
          </p:cNvPr>
          <p:cNvSpPr/>
          <p:nvPr/>
        </p:nvSpPr>
        <p:spPr>
          <a:xfrm>
            <a:off x="8010790" y="1196829"/>
            <a:ext cx="1217802" cy="411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0101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B3FB74-968A-4A93-87E5-05F7E916B62A}"/>
              </a:ext>
            </a:extLst>
          </p:cNvPr>
          <p:cNvSpPr/>
          <p:nvPr/>
        </p:nvSpPr>
        <p:spPr>
          <a:xfrm>
            <a:off x="8163190" y="1349229"/>
            <a:ext cx="1217802" cy="411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0101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312AC5-D0E4-4F7A-AB64-F3E88F8636CC}"/>
              </a:ext>
            </a:extLst>
          </p:cNvPr>
          <p:cNvSpPr/>
          <p:nvPr/>
        </p:nvSpPr>
        <p:spPr>
          <a:xfrm>
            <a:off x="8315590" y="1501629"/>
            <a:ext cx="1217802" cy="411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0101</a:t>
            </a:r>
            <a:endParaRPr lang="ko-KR" altLang="en-US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9E77E72-937B-4553-85BC-5AEE22287BB3}"/>
              </a:ext>
            </a:extLst>
          </p:cNvPr>
          <p:cNvCxnSpPr>
            <a:stCxn id="21" idx="2"/>
          </p:cNvCxnSpPr>
          <p:nvPr/>
        </p:nvCxnSpPr>
        <p:spPr>
          <a:xfrm flipH="1">
            <a:off x="8909108" y="1912693"/>
            <a:ext cx="15383" cy="1946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42F27C8-7110-4D88-A40D-48EA7B1C5DEB}"/>
              </a:ext>
            </a:extLst>
          </p:cNvPr>
          <p:cNvSpPr/>
          <p:nvPr/>
        </p:nvSpPr>
        <p:spPr>
          <a:xfrm>
            <a:off x="3280095" y="4882393"/>
            <a:ext cx="6950270" cy="8284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빌드</a:t>
            </a:r>
            <a:r>
              <a:rPr lang="en-US" altLang="ko-KR" dirty="0"/>
              <a:t>(Build)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04C020-F479-47F3-989B-92EE07D02B15}"/>
              </a:ext>
            </a:extLst>
          </p:cNvPr>
          <p:cNvSpPr txBox="1"/>
          <p:nvPr/>
        </p:nvSpPr>
        <p:spPr>
          <a:xfrm>
            <a:off x="10230365" y="2196783"/>
            <a:ext cx="1623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Filename.exe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C48628-94EB-4194-A92A-25CFBFAC690D}"/>
              </a:ext>
            </a:extLst>
          </p:cNvPr>
          <p:cNvSpPr txBox="1"/>
          <p:nvPr/>
        </p:nvSpPr>
        <p:spPr>
          <a:xfrm>
            <a:off x="491977" y="293615"/>
            <a:ext cx="4844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visual studio 2022 community -&gt; C++ </a:t>
            </a:r>
            <a:r>
              <a:rPr lang="ko-KR" altLang="en-US" dirty="0"/>
              <a:t>개발 </a:t>
            </a:r>
          </a:p>
        </p:txBody>
      </p:sp>
    </p:spTree>
    <p:extLst>
      <p:ext uri="{BB962C8B-B14F-4D97-AF65-F5344CB8AC3E}">
        <p14:creationId xmlns:p14="http://schemas.microsoft.com/office/powerpoint/2010/main" val="206098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B0A8FEE-3671-4C5C-8636-4AC13738FD1A}"/>
              </a:ext>
            </a:extLst>
          </p:cNvPr>
          <p:cNvSpPr/>
          <p:nvPr/>
        </p:nvSpPr>
        <p:spPr>
          <a:xfrm>
            <a:off x="5444453" y="687897"/>
            <a:ext cx="1677799" cy="1367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cpu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FB17DF-24AB-4B5E-A5D1-F49B3B25E601}"/>
              </a:ext>
            </a:extLst>
          </p:cNvPr>
          <p:cNvSpPr/>
          <p:nvPr/>
        </p:nvSpPr>
        <p:spPr>
          <a:xfrm>
            <a:off x="2719429" y="2971101"/>
            <a:ext cx="1677799" cy="1367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memory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68938A-A1A2-4451-ACD3-C11A1E29D8DD}"/>
              </a:ext>
            </a:extLst>
          </p:cNvPr>
          <p:cNvSpPr/>
          <p:nvPr/>
        </p:nvSpPr>
        <p:spPr>
          <a:xfrm>
            <a:off x="8551176" y="2971101"/>
            <a:ext cx="1677799" cy="1367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disk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59F2491-B6D0-413C-A589-846BA3EA65AD}"/>
              </a:ext>
            </a:extLst>
          </p:cNvPr>
          <p:cNvCxnSpPr>
            <a:stCxn id="4" idx="1"/>
            <a:endCxn id="5" idx="0"/>
          </p:cNvCxnSpPr>
          <p:nvPr/>
        </p:nvCxnSpPr>
        <p:spPr>
          <a:xfrm flipH="1">
            <a:off x="3558329" y="1371600"/>
            <a:ext cx="1886124" cy="1599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6A9E706-4F1F-4398-B969-447BFE60F8BC}"/>
              </a:ext>
            </a:extLst>
          </p:cNvPr>
          <p:cNvCxnSpPr/>
          <p:nvPr/>
        </p:nvCxnSpPr>
        <p:spPr>
          <a:xfrm flipV="1">
            <a:off x="3917659" y="1744910"/>
            <a:ext cx="1526794" cy="122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1400BB7-D861-4794-99A0-9C083AA4796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97228" y="3654804"/>
            <a:ext cx="4153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06E9AF8-7E5C-4C73-B281-E4B7A0276099}"/>
              </a:ext>
            </a:extLst>
          </p:cNvPr>
          <p:cNvCxnSpPr/>
          <p:nvPr/>
        </p:nvCxnSpPr>
        <p:spPr>
          <a:xfrm flipH="1">
            <a:off x="4397228" y="3942826"/>
            <a:ext cx="4153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145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29</Words>
  <Application>Microsoft Office PowerPoint</Application>
  <PresentationFormat>와이드스크린</PresentationFormat>
  <Paragraphs>15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</cp:revision>
  <dcterms:created xsi:type="dcterms:W3CDTF">2025-09-06T04:37:59Z</dcterms:created>
  <dcterms:modified xsi:type="dcterms:W3CDTF">2025-09-06T05:08:45Z</dcterms:modified>
</cp:coreProperties>
</file>